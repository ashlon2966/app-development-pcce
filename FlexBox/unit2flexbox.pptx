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315" r:id="rId4"/>
    <p:sldId id="316" r:id="rId5"/>
    <p:sldId id="317" r:id="rId6"/>
    <p:sldId id="325" r:id="rId7"/>
    <p:sldId id="323" r:id="rId8"/>
    <p:sldId id="324" r:id="rId9"/>
    <p:sldId id="322" r:id="rId10"/>
    <p:sldId id="320" r:id="rId11"/>
    <p:sldId id="326" r:id="rId12"/>
    <p:sldId id="321" r:id="rId13"/>
    <p:sldId id="327" r:id="rId14"/>
    <p:sldId id="328" r:id="rId15"/>
    <p:sldId id="329" r:id="rId16"/>
    <p:sldId id="330" r:id="rId17"/>
    <p:sldId id="332" r:id="rId18"/>
    <p:sldId id="333" r:id="rId19"/>
    <p:sldId id="335" r:id="rId20"/>
    <p:sldId id="336" r:id="rId21"/>
    <p:sldId id="337" r:id="rId22"/>
    <p:sldId id="339" r:id="rId23"/>
    <p:sldId id="338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50" r:id="rId35"/>
    <p:sldId id="351" r:id="rId36"/>
    <p:sldId id="352" r:id="rId37"/>
    <p:sldId id="353" r:id="rId38"/>
    <p:sldId id="354" r:id="rId39"/>
    <p:sldId id="355" r:id="rId40"/>
    <p:sldId id="35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783" autoAdjust="0"/>
  </p:normalViewPr>
  <p:slideViewPr>
    <p:cSldViewPr snapToGrid="0">
      <p:cViewPr varScale="1">
        <p:scale>
          <a:sx n="61" d="100"/>
          <a:sy n="61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31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650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07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20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77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905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704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77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66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1BD0C-C452-4249-A3D2-4888DAAF9E4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551BE-9F3F-43DB-90F0-5CEC12389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83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2630" y="412122"/>
            <a:ext cx="10582141" cy="4159877"/>
          </a:xfrm>
        </p:spPr>
        <p:txBody>
          <a:bodyPr>
            <a:normAutofit/>
          </a:bodyPr>
          <a:lstStyle/>
          <a:p>
            <a:r>
              <a:rPr lang="en-US" sz="3600" dirty="0"/>
              <a:t>Bachelor Of Engineering </a:t>
            </a:r>
            <a:br>
              <a:rPr lang="en-US" sz="3600" dirty="0"/>
            </a:br>
            <a:r>
              <a:rPr lang="en-US" sz="3600" dirty="0"/>
              <a:t>In </a:t>
            </a:r>
            <a:br>
              <a:rPr lang="en-US" sz="3600" dirty="0"/>
            </a:br>
            <a:r>
              <a:rPr lang="en-US" sz="3600" dirty="0"/>
              <a:t>Information Technology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Semester Three, Second Year(Odd semester)</a:t>
            </a:r>
            <a:br>
              <a:rPr lang="en-US" sz="3600" dirty="0"/>
            </a:br>
            <a:r>
              <a:rPr lang="en-US" sz="3600" dirty="0"/>
              <a:t>16</a:t>
            </a:r>
            <a:r>
              <a:rPr lang="en-US" sz="3600" baseline="30000" dirty="0"/>
              <a:t>th</a:t>
            </a:r>
            <a:r>
              <a:rPr lang="en-US" sz="3600" dirty="0"/>
              <a:t> July  2025 to 26</a:t>
            </a:r>
            <a:r>
              <a:rPr lang="en-US" sz="3600" baseline="30000" dirty="0"/>
              <a:t>th</a:t>
            </a:r>
            <a:r>
              <a:rPr lang="en-US" sz="3600" dirty="0"/>
              <a:t> November 2025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1700" y="4735379"/>
            <a:ext cx="9144000" cy="1655762"/>
          </a:xfrm>
        </p:spPr>
        <p:txBody>
          <a:bodyPr/>
          <a:lstStyle/>
          <a:p>
            <a:r>
              <a:rPr lang="en-US" dirty="0"/>
              <a:t>Padre </a:t>
            </a:r>
            <a:r>
              <a:rPr lang="en-US" dirty="0" err="1"/>
              <a:t>Conceicao</a:t>
            </a:r>
            <a:r>
              <a:rPr lang="en-US" dirty="0"/>
              <a:t> College of Engineering</a:t>
            </a:r>
          </a:p>
          <a:p>
            <a:r>
              <a:rPr lang="en-US" dirty="0"/>
              <a:t>Verna Goa 403722 India</a:t>
            </a:r>
          </a:p>
        </p:txBody>
      </p:sp>
    </p:spTree>
    <p:extLst>
      <p:ext uri="{BB962C8B-B14F-4D97-AF65-F5344CB8AC3E}">
        <p14:creationId xmlns:p14="http://schemas.microsoft.com/office/powerpoint/2010/main" val="1565918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App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SEC-241</a:t>
            </a:r>
          </a:p>
          <a:p>
            <a:r>
              <a:rPr lang="en-US"/>
              <a:t>2</a:t>
            </a:r>
            <a:r>
              <a:rPr lang="en-US" baseline="30000"/>
              <a:t>nd </a:t>
            </a:r>
            <a:r>
              <a:rPr lang="en-US"/>
              <a:t>September </a:t>
            </a:r>
            <a:r>
              <a:rPr lang="en-US" dirty="0"/>
              <a:t>2025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496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BEA7F-EE74-3D0B-0BED-43E416ACE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Unit 2 Building User Interfaces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704298-6CAE-8CDE-A8DD-E114A67F7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777020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0145">
                  <a:extLst>
                    <a:ext uri="{9D8B030D-6E8A-4147-A177-3AD203B41FA5}">
                      <a16:colId xmlns:a16="http://schemas.microsoft.com/office/drawing/2014/main" val="526918135"/>
                    </a:ext>
                  </a:extLst>
                </a:gridCol>
                <a:gridCol w="9225455">
                  <a:extLst>
                    <a:ext uri="{9D8B030D-6E8A-4147-A177-3AD203B41FA5}">
                      <a16:colId xmlns:a16="http://schemas.microsoft.com/office/drawing/2014/main" val="3122455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Sr.No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Topics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162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Understanding UI/UX design principles for mobile apps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392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designing layouts with Flexbox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87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designing layouts with  Grid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87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designing layouts with  constraints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348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Working with widgets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068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Working with buttons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14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Working with sliders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10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Working with text fields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910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05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0E23-AC38-EF7C-7AC8-16B22C823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dk1"/>
                </a:solidFill>
              </a:rPr>
              <a:t>Designing layouts with Flexbox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55CFF-BA27-D7EE-50FE-5BB33627C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7437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CBAD-74BB-F03D-E85C-C5A933EBC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CSS Flexbox?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E7436-B30B-7983-5322-814DA7611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Flexbox is short for the Flexible Box Layout module.</a:t>
            </a:r>
          </a:p>
          <a:p>
            <a:r>
              <a:rPr lang="en-GB" dirty="0"/>
              <a:t>Flexbox is a layout method for arranging items in rows or columns.</a:t>
            </a:r>
          </a:p>
          <a:p>
            <a:r>
              <a:rPr lang="en-GB" dirty="0"/>
              <a:t>Flexbox makes it easier to design a flexible responsive layout structure, without using float or positioning.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2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DD00-611F-51D4-89E1-BBAB47F3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Flexbox?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A92DC-B494-9A47-8DA8-CD0D2182C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1.Responsive Design:</a:t>
            </a:r>
            <a:endParaRPr lang="en-GB" dirty="0"/>
          </a:p>
          <a:p>
            <a:pPr fontAlgn="ctr"/>
            <a:r>
              <a:rPr lang="en-GB" dirty="0"/>
              <a:t>Easily creates layouts that adapt to different screen sizes. </a:t>
            </a:r>
          </a:p>
          <a:p>
            <a:pPr marL="0" indent="0">
              <a:buNone/>
            </a:pPr>
            <a:r>
              <a:rPr lang="en-GB" b="1" dirty="0"/>
              <a:t>2.Simplified Layouts:</a:t>
            </a:r>
            <a:endParaRPr lang="en-GB" dirty="0"/>
          </a:p>
          <a:p>
            <a:pPr fontAlgn="ctr"/>
            <a:r>
              <a:rPr lang="en-GB" dirty="0"/>
              <a:t>Provides a more flexible alternative to older methods like floats for arranging content. </a:t>
            </a:r>
          </a:p>
          <a:p>
            <a:pPr marL="0" indent="0">
              <a:buNone/>
            </a:pPr>
            <a:r>
              <a:rPr lang="en-GB" b="1" dirty="0"/>
              <a:t>3.Space Distribution:</a:t>
            </a:r>
            <a:endParaRPr lang="en-GB" dirty="0"/>
          </a:p>
          <a:p>
            <a:pPr fontAlgn="ctr"/>
            <a:r>
              <a:rPr lang="en-GB" dirty="0"/>
              <a:t>Intelligently distributes available space between items, rather than requiring manual calculation. </a:t>
            </a:r>
          </a:p>
          <a:p>
            <a:pPr marL="0" indent="0">
              <a:buNone/>
            </a:pPr>
            <a:r>
              <a:rPr lang="en-GB" b="1" dirty="0"/>
              <a:t>4.Alignment Control:</a:t>
            </a:r>
            <a:endParaRPr lang="en-GB" dirty="0"/>
          </a:p>
          <a:p>
            <a:r>
              <a:rPr lang="en-GB" dirty="0"/>
              <a:t>Offers precise control over the alignment of items both horizontally and vertically.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336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FF46F-2DD2-4244-2B63-2CBFB277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Concepts of CSS Flexbox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C3CD0-9481-EEFE-824E-EB8BD1794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GB" b="1" dirty="0"/>
              <a:t>One-Dimensional:</a:t>
            </a:r>
            <a:r>
              <a:rPr lang="en-GB" dirty="0"/>
              <a:t> Flexbox manages layouts in a single direction (either a row or a column) at a time. </a:t>
            </a:r>
          </a:p>
          <a:p>
            <a:pPr fontAlgn="ctr"/>
            <a:r>
              <a:rPr lang="en-GB" dirty="0"/>
              <a:t>Flex Container</a:t>
            </a:r>
            <a:r>
              <a:rPr lang="en-GB" b="1" dirty="0"/>
              <a:t>:</a:t>
            </a:r>
            <a:r>
              <a:rPr lang="en-GB" dirty="0"/>
              <a:t> The parent element to which Flexbox properties are applied.  - The parent (container) &lt;div&gt; element</a:t>
            </a:r>
          </a:p>
          <a:p>
            <a:pPr fontAlgn="ctr"/>
            <a:r>
              <a:rPr lang="en-GB" dirty="0"/>
              <a:t>Flex Items</a:t>
            </a:r>
            <a:r>
              <a:rPr lang="en-GB" b="1" dirty="0"/>
              <a:t>:</a:t>
            </a:r>
            <a:r>
              <a:rPr lang="en-GB" dirty="0"/>
              <a:t> The children of the flex container that are arranged by the layout. - The items inside the container &lt;div&gt;</a:t>
            </a:r>
          </a:p>
          <a:p>
            <a:pPr fontAlgn="ctr"/>
            <a:r>
              <a:rPr lang="en-GB" b="1" dirty="0"/>
              <a:t>Main Axis:</a:t>
            </a:r>
            <a:r>
              <a:rPr lang="en-GB" dirty="0"/>
              <a:t> The primary axis along which flex items are laid out (row or column). </a:t>
            </a:r>
          </a:p>
          <a:p>
            <a:r>
              <a:rPr lang="en-GB" b="1" dirty="0"/>
              <a:t>Cross Axis:</a:t>
            </a:r>
            <a:r>
              <a:rPr lang="en-GB" dirty="0"/>
              <a:t> The axis perpendicular to the main axis.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9191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0A63-402E-D8B5-9F0A-F072B7F3D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Properties of CSS Flexbox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47CF-1DB0-2D22-7C84-90A8946C2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display: flex;: Applied to the parent element to establish it as a flex container. </a:t>
            </a:r>
          </a:p>
          <a:p>
            <a:r>
              <a:rPr lang="en-GB" dirty="0"/>
              <a:t>flex-direction: Sets the main axis direction (e.g., row, column, row-reverse, column-reverse). </a:t>
            </a:r>
          </a:p>
          <a:p>
            <a:r>
              <a:rPr lang="en-GB" dirty="0"/>
              <a:t>justify-content: Distributes space along the main axis (e.g., flex-start, flex-end, </a:t>
            </a:r>
            <a:r>
              <a:rPr lang="en-GB" dirty="0" err="1"/>
              <a:t>center</a:t>
            </a:r>
            <a:r>
              <a:rPr lang="en-GB" dirty="0"/>
              <a:t>, space-between, space-around). </a:t>
            </a:r>
          </a:p>
          <a:p>
            <a:r>
              <a:rPr lang="en-GB" dirty="0"/>
              <a:t>align-items: Controls alignment of items along the cross axis. </a:t>
            </a:r>
          </a:p>
          <a:p>
            <a:r>
              <a:rPr lang="en-GB" dirty="0"/>
              <a:t>flex-wrap: Determines if items should wrap onto a new line when they don't fit in the container.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525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D3B73-7EBC-CE90-DEEA-F6D3E2DB1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Design a </a:t>
            </a:r>
            <a:r>
              <a:rPr lang="en-GB" dirty="0"/>
              <a:t>Flex Container with Three Flex Items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942A2-6E45-6544-8BFA-B1A6B5870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To start using CSS Flexbox, you need to first define a flex container.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The flex container becomes flexible by setting the display property to flex.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GB"/>
              <a:t>The element above represents a </a:t>
            </a:r>
            <a:r>
              <a:rPr lang="en-GB" b="1"/>
              <a:t>flex container</a:t>
            </a:r>
            <a:r>
              <a:rPr lang="en-GB"/>
              <a:t> (the blue area) with three </a:t>
            </a:r>
            <a:r>
              <a:rPr lang="en-GB" b="1"/>
              <a:t>flex items</a:t>
            </a:r>
            <a:r>
              <a:rPr lang="en-GB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E9B72-3735-CCEE-DB54-D50ACAAEE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31476"/>
            <a:ext cx="9882352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15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F8E2-1F06-5F5D-CCDE-5C702F441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ECB614-F097-6799-706C-C2D21FECF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497" y="173422"/>
            <a:ext cx="11414234" cy="654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76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7F23-FD34-AA66-64F2-B962C54E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F15543-A459-15E4-1D8D-35C7A125A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292255" cy="430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90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87AF-B397-922C-A18B-83DFA54D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Flex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161E-419D-2052-9A10-2B7DB184A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 The blue area shown in the figure in the previous slide is a </a:t>
            </a:r>
            <a:r>
              <a:rPr lang="en-GB" b="1" dirty="0"/>
              <a:t>flex container</a:t>
            </a:r>
            <a:r>
              <a:rPr lang="en-GB" dirty="0"/>
              <a:t> with three </a:t>
            </a:r>
            <a:r>
              <a:rPr lang="en-GB" b="1" dirty="0"/>
              <a:t>flex items.</a:t>
            </a:r>
          </a:p>
          <a:p>
            <a:r>
              <a:rPr lang="en-GB" dirty="0"/>
              <a:t>The flex container becomes flexible by setting the display property to flex:</a:t>
            </a:r>
          </a:p>
          <a:p>
            <a:pPr marL="0" indent="0">
              <a:buNone/>
            </a:pPr>
            <a:r>
              <a:rPr lang="en-IN" sz="4400" dirty="0">
                <a:solidFill>
                  <a:srgbClr val="00B050"/>
                </a:solidFill>
              </a:rPr>
              <a:t>.flex-container {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display: flex;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13460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1452-6BB0-8CF5-B6BE-8BDBBD95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flex-direction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53134-E0BB-1FE1-0110-58B0EEA2F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flex-direction property specifies the display-direction of flex items in the flex container.</a:t>
            </a:r>
          </a:p>
          <a:p>
            <a:endParaRPr lang="en-GB" dirty="0"/>
          </a:p>
          <a:p>
            <a:r>
              <a:rPr lang="en-GB" dirty="0"/>
              <a:t>This property can have one of the following values: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row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column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row-reverse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column-reverse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184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4C3B-CF3D-B699-9DC2-D726ADF9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93" y="365125"/>
            <a:ext cx="10802007" cy="1325563"/>
          </a:xfrm>
        </p:spPr>
        <p:txBody>
          <a:bodyPr/>
          <a:lstStyle/>
          <a:p>
            <a:r>
              <a:rPr lang="en-GB" dirty="0"/>
              <a:t>Display the flex items horizontally(left to right)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7A475-73B5-9AD4-B84E-3C2877C2C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row value is the default value, and it displays the flex items horizontally (from left to right):</a:t>
            </a:r>
          </a:p>
          <a:p>
            <a:pPr marL="0" indent="0">
              <a:buNone/>
            </a:pPr>
            <a:endParaRPr lang="en-IN" sz="4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sz="4400" dirty="0">
                <a:solidFill>
                  <a:srgbClr val="00B050"/>
                </a:solidFill>
              </a:rPr>
              <a:t>.flex-container {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display: flex;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flex-direction: row;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5795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44F8D-84C0-B3C9-4B97-27DA52B6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310"/>
            <a:ext cx="10515600" cy="504498"/>
          </a:xfrm>
        </p:spPr>
        <p:txBody>
          <a:bodyPr>
            <a:normAutofit fontScale="90000"/>
          </a:bodyPr>
          <a:lstStyle/>
          <a:p>
            <a:r>
              <a:rPr lang="en-GB" dirty="0"/>
              <a:t>row.html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B3C064-31E6-7C9D-310C-862A3493D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19808"/>
            <a:ext cx="10515600" cy="572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63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6C61A-6993-5E43-42CE-D0FC9EBB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15BC4E-A9F6-2AC7-CBDC-61143D5A2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365125"/>
            <a:ext cx="10515599" cy="551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78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14E43-F7D4-7E86-13CC-7CDA63216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4C811-51E8-1D68-5ABB-C5A9BBF2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93" y="365125"/>
            <a:ext cx="10802007" cy="1325563"/>
          </a:xfrm>
        </p:spPr>
        <p:txBody>
          <a:bodyPr/>
          <a:lstStyle/>
          <a:p>
            <a:r>
              <a:rPr lang="en-GB" dirty="0"/>
              <a:t>Display the flex items vertically(top to bottom)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8C93C-B08A-26FA-2A0C-E16EB87D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row value is the default value, and it displays the flex items horizontally (from left to right):</a:t>
            </a:r>
          </a:p>
          <a:p>
            <a:pPr marL="0" indent="0">
              <a:buNone/>
            </a:pPr>
            <a:endParaRPr lang="en-IN" sz="4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sz="4400" dirty="0">
                <a:solidFill>
                  <a:srgbClr val="00B050"/>
                </a:solidFill>
              </a:rPr>
              <a:t>.flex-container {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display: flex;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flex-direction: column;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4066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589D1-DF58-FB0A-0E1A-EE3DA8CA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47528"/>
            <a:ext cx="10515600" cy="533509"/>
          </a:xfrm>
        </p:spPr>
        <p:txBody>
          <a:bodyPr>
            <a:normAutofit fontScale="90000"/>
          </a:bodyPr>
          <a:lstStyle/>
          <a:p>
            <a:r>
              <a:rPr lang="en-GB" dirty="0"/>
              <a:t>column.html</a:t>
            </a: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622800E-4EE4-B44C-01D6-F2D355745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669" y="681036"/>
            <a:ext cx="10928130" cy="602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20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E267-0913-6A20-5F21-93C02B8D7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CBC3E6-984B-230A-668B-1B28E5E88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1051559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9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F9C0-63A5-6105-14C2-B27DF2E3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854" y="365125"/>
            <a:ext cx="10738945" cy="1325563"/>
          </a:xfrm>
        </p:spPr>
        <p:txBody>
          <a:bodyPr/>
          <a:lstStyle/>
          <a:p>
            <a:r>
              <a:rPr lang="en-GB" dirty="0"/>
              <a:t>Display the flex items horizontally(right to left)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3290-F706-80DE-43DB-6C369F3E1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row-reverse value displays the flex items horizontally (but from right to left):</a:t>
            </a:r>
          </a:p>
          <a:p>
            <a:endParaRPr lang="en-GB" dirty="0"/>
          </a:p>
          <a:p>
            <a:pPr marL="0" indent="0">
              <a:buNone/>
            </a:pPr>
            <a:r>
              <a:rPr lang="en-IN" sz="4400" dirty="0">
                <a:solidFill>
                  <a:srgbClr val="00B050"/>
                </a:solidFill>
              </a:rPr>
              <a:t>.flex-container {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display: flex;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flex-direction: row-reverse;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304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7FB6-950C-BC4F-7B31-95A23A15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RowReverse.html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FA1156-F267-5F4D-1EFC-2CB1DAA65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5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862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3D09-54D6-EEDA-C795-59A678C95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C901BB-64B1-00AE-DB96-D32CD4403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407" y="1690688"/>
            <a:ext cx="11619186" cy="385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69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C6AF2-E887-C931-5A9C-9F118699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17" y="365125"/>
            <a:ext cx="10925504" cy="1325563"/>
          </a:xfrm>
        </p:spPr>
        <p:txBody>
          <a:bodyPr/>
          <a:lstStyle/>
          <a:p>
            <a:r>
              <a:rPr lang="en-GB" dirty="0"/>
              <a:t>Display the flex items vertically(bottom to top)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17466-51EA-6A9E-F0F4-329379B5F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column-reverse value displays the flex items vertically (but from bottom to top):</a:t>
            </a:r>
          </a:p>
          <a:p>
            <a:pPr marL="0" indent="0">
              <a:buNone/>
            </a:pPr>
            <a:r>
              <a:rPr lang="en-IN" sz="4400" dirty="0">
                <a:solidFill>
                  <a:srgbClr val="00B050"/>
                </a:solidFill>
              </a:rPr>
              <a:t>.flex-container {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display: flex;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flex-direction: column-reverse;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183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A306-10E1-9326-B5F8-C7370BF4C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2696"/>
          </a:xfrm>
        </p:spPr>
        <p:txBody>
          <a:bodyPr/>
          <a:lstStyle/>
          <a:p>
            <a:r>
              <a:rPr lang="en-GB" dirty="0"/>
              <a:t>columnReverse.html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0418D2-16C2-43BD-B5DE-9E2E219A1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87822"/>
            <a:ext cx="10515600" cy="556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88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8B3D-E463-2DFF-DE2E-56ED19EA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20F6D8-515D-A083-81A7-462E2A90B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497724"/>
            <a:ext cx="10515599" cy="536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27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F7772-4B3A-5BCF-6506-086F179B2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flex-wrap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14671-F56A-E0BF-C40D-3B2E18957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flex-wrap property specifies whether the flex items should wrap or not, if there is not enough room for them on one flex line.</a:t>
            </a:r>
          </a:p>
          <a:p>
            <a:endParaRPr lang="en-GB" dirty="0"/>
          </a:p>
          <a:p>
            <a:r>
              <a:rPr lang="en-GB" dirty="0"/>
              <a:t>This property can have one of the following values: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nowrap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wrap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wrap-reverse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118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E24F-B42C-526E-DE0A-902666B2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flex-wrap Property-</a:t>
            </a:r>
            <a:r>
              <a:rPr lang="en-GB" dirty="0" err="1"/>
              <a:t>nowrap</a:t>
            </a:r>
            <a:br>
              <a:rPr lang="en-GB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9023E-5955-AE48-EFFA-C30CFBBEA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nowrap</a:t>
            </a:r>
            <a:r>
              <a:rPr lang="en-GB" dirty="0"/>
              <a:t> value specifies that the flex items will not wrap (this is default):</a:t>
            </a:r>
          </a:p>
          <a:p>
            <a:pPr marL="0" indent="0">
              <a:buNone/>
            </a:pPr>
            <a:r>
              <a:rPr lang="en-IN" sz="4400" dirty="0">
                <a:solidFill>
                  <a:srgbClr val="00B050"/>
                </a:solidFill>
              </a:rPr>
              <a:t>.flex-container {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display: flex;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flex-wrap: </a:t>
            </a:r>
            <a:r>
              <a:rPr lang="en-IN" sz="4400" dirty="0" err="1">
                <a:solidFill>
                  <a:srgbClr val="00B050"/>
                </a:solidFill>
              </a:rPr>
              <a:t>nowrap</a:t>
            </a:r>
            <a:r>
              <a:rPr lang="en-IN" sz="4400" dirty="0">
                <a:solidFill>
                  <a:srgbClr val="00B050"/>
                </a:solidFill>
              </a:rPr>
              <a:t>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2858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665D-79C8-0CB2-938C-59147827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125"/>
            <a:ext cx="10515600" cy="754227"/>
          </a:xfrm>
        </p:spPr>
        <p:txBody>
          <a:bodyPr/>
          <a:lstStyle/>
          <a:p>
            <a:r>
              <a:rPr lang="en-IN" dirty="0"/>
              <a:t>nowrap.html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09CE43-2ADC-8D94-539F-02ACA2A53F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372" y="880353"/>
            <a:ext cx="11508827" cy="597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01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310D-64CC-51E8-B9A9-516C97BA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211568-5FB7-32BD-C171-6CAC3277A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15239"/>
            <a:ext cx="10844048" cy="310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29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DFFBF-2590-7BCF-F0FA-562841CED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flex-wrap Property-</a:t>
            </a:r>
            <a:r>
              <a:rPr lang="en-GB" dirty="0"/>
              <a:t>wrap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65C51-6689-7778-72C6-E60D21505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wrap value specifies that the flex items will wrap if necessary:</a:t>
            </a:r>
          </a:p>
          <a:p>
            <a:pPr marL="0" indent="0">
              <a:buNone/>
            </a:pPr>
            <a:endParaRPr lang="en-IN" sz="4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sz="4400" dirty="0">
                <a:solidFill>
                  <a:srgbClr val="00B050"/>
                </a:solidFill>
              </a:rPr>
              <a:t>.flex-container {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display: flex;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flex-wrap: wrap;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1772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78D9-6F62-90CC-1391-7C80BC3C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Wrap.html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57D6BA-82FC-BB26-14A1-492F7F0F36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9"/>
            <a:ext cx="10515600" cy="494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14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B741-BEBA-CCE0-5086-4479B2D4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317D2-06CB-92A0-FC85-98E9C5B0F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3133"/>
            <a:ext cx="10515599" cy="453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925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37A34-613F-D29B-973B-C024520A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3E26F7-C5CC-E30D-82E6-63888920A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7986"/>
            <a:ext cx="10515600" cy="390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7198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0963-4C60-7D7C-E8D7-68072E449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flex-wrap Property-</a:t>
            </a:r>
            <a:r>
              <a:rPr lang="en-GB" dirty="0"/>
              <a:t>wrap-reverse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4DC63-6A08-DC65-39CF-63753B7D6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wrap-reverse value specifies that the flex items will wrap if necessary, in reverse order:</a:t>
            </a:r>
          </a:p>
          <a:p>
            <a:pPr marL="0" indent="0">
              <a:buNone/>
            </a:pPr>
            <a:r>
              <a:rPr lang="en-IN" sz="4400" dirty="0">
                <a:solidFill>
                  <a:srgbClr val="00B050"/>
                </a:solidFill>
              </a:rPr>
              <a:t>.flex-container {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display: flex;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  flex-wrap: wrap-reverse;</a:t>
            </a:r>
            <a:br>
              <a:rPr lang="en-IN" sz="4400" dirty="0">
                <a:solidFill>
                  <a:srgbClr val="00B050"/>
                </a:solidFill>
              </a:rPr>
            </a:br>
            <a:r>
              <a:rPr lang="en-IN" sz="4400" dirty="0">
                <a:solidFill>
                  <a:srgbClr val="00B05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4027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3100-DBF9-5B92-1210-D768364A4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8461"/>
          </a:xfrm>
        </p:spPr>
        <p:txBody>
          <a:bodyPr/>
          <a:lstStyle/>
          <a:p>
            <a:r>
              <a:rPr lang="en-IN" dirty="0"/>
              <a:t>wrapReverse.html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412C23-A435-7F46-4EEC-097CE592A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418897"/>
            <a:ext cx="10515599" cy="528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20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CB30F-3534-8F7A-165C-BE18245B6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F4856F-46C9-E848-317B-EF68E46EC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9"/>
            <a:ext cx="10515600" cy="377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9146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A6C2-7A5F-0CB9-7859-D5CFA912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flex-flow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2924C-0858-5A1F-1689-ED6F2EB61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flex-flow property is a shorthand property for setting both the flex-direction and flex-wrap properties.</a:t>
            </a:r>
          </a:p>
          <a:p>
            <a:pPr marL="0" indent="0">
              <a:buNone/>
            </a:pPr>
            <a:r>
              <a:rPr lang="en-GB" sz="4400" dirty="0">
                <a:solidFill>
                  <a:srgbClr val="00B050"/>
                </a:solidFill>
              </a:rPr>
              <a:t>.flex-container {</a:t>
            </a:r>
            <a:br>
              <a:rPr lang="en-GB" sz="4400" dirty="0">
                <a:solidFill>
                  <a:srgbClr val="00B050"/>
                </a:solidFill>
              </a:rPr>
            </a:br>
            <a:r>
              <a:rPr lang="en-GB" sz="4400" dirty="0">
                <a:solidFill>
                  <a:srgbClr val="00B050"/>
                </a:solidFill>
              </a:rPr>
              <a:t>  display: flex;</a:t>
            </a:r>
            <a:br>
              <a:rPr lang="en-GB" sz="4400" dirty="0">
                <a:solidFill>
                  <a:srgbClr val="00B050"/>
                </a:solidFill>
              </a:rPr>
            </a:br>
            <a:r>
              <a:rPr lang="en-GB" sz="4400" dirty="0">
                <a:solidFill>
                  <a:srgbClr val="00B050"/>
                </a:solidFill>
              </a:rPr>
              <a:t>  flex-flow: row wrap;</a:t>
            </a:r>
            <a:br>
              <a:rPr lang="en-GB" sz="4400" dirty="0">
                <a:solidFill>
                  <a:srgbClr val="00B050"/>
                </a:solidFill>
              </a:rPr>
            </a:br>
            <a:r>
              <a:rPr lang="en-GB" sz="4400" dirty="0">
                <a:solidFill>
                  <a:srgbClr val="00B050"/>
                </a:solidFill>
              </a:rPr>
              <a:t>}</a:t>
            </a:r>
            <a:endParaRPr lang="en-IN" sz="4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450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3D1B-8C5F-9100-2D5F-03766497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flexflow.html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F9CDAA-FBB7-2B3B-1547-6BB3FD983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6475"/>
            <a:ext cx="10515599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838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A4417-5344-D502-EA2A-B19C335D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896326-9BA1-9DCA-BA1E-1CA91F0A7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7629"/>
            <a:ext cx="10515600" cy="367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856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AC75-8C7E-29EC-1785-B083B46F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8A020-0DB7-D281-CB8E-BC9E9BB2B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61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957</Words>
  <Application>Microsoft Office PowerPoint</Application>
  <PresentationFormat>Widescreen</PresentationFormat>
  <Paragraphs>121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Bachelor Of Engineering  In  Information Technology  Semester Three, Second Year(Odd semester) 16th July  2025 to 26th November 2025 </vt:lpstr>
      <vt:lpstr>App Development</vt:lpstr>
      <vt:lpstr>Unit 2 Building User Interfaces</vt:lpstr>
      <vt:lpstr>Designing layouts with Flexbox</vt:lpstr>
      <vt:lpstr>What is CSS Flexbox?</vt:lpstr>
      <vt:lpstr>Why Use Flexbox?</vt:lpstr>
      <vt:lpstr>Key Concepts of CSS Flexbox </vt:lpstr>
      <vt:lpstr>Primary Properties of CSS Flexbox </vt:lpstr>
      <vt:lpstr>Design a Flex Container with Three Flex Items</vt:lpstr>
      <vt:lpstr>PowerPoint Presentation</vt:lpstr>
      <vt:lpstr>output</vt:lpstr>
      <vt:lpstr>The CSS Flex Container</vt:lpstr>
      <vt:lpstr>The CSS flex-direction Property</vt:lpstr>
      <vt:lpstr>Display the flex items horizontally(left to right)</vt:lpstr>
      <vt:lpstr>row.html</vt:lpstr>
      <vt:lpstr>PowerPoint Presentation</vt:lpstr>
      <vt:lpstr>Display the flex items vertically(top to bottom)</vt:lpstr>
      <vt:lpstr>column.html</vt:lpstr>
      <vt:lpstr>output</vt:lpstr>
      <vt:lpstr>Display the flex items horizontally(right to left)</vt:lpstr>
      <vt:lpstr>RowReverse.html</vt:lpstr>
      <vt:lpstr>output</vt:lpstr>
      <vt:lpstr>Display the flex items vertically(bottom to top)</vt:lpstr>
      <vt:lpstr>columnReverse.html</vt:lpstr>
      <vt:lpstr>output</vt:lpstr>
      <vt:lpstr>The CSS flex-wrap Property</vt:lpstr>
      <vt:lpstr>The CSS flex-wrap Property-nowrap </vt:lpstr>
      <vt:lpstr>nowrap.html</vt:lpstr>
      <vt:lpstr>output</vt:lpstr>
      <vt:lpstr>The CSS flex-wrap Property-wrap</vt:lpstr>
      <vt:lpstr>Wrap.html</vt:lpstr>
      <vt:lpstr>PowerPoint Presentation</vt:lpstr>
      <vt:lpstr>output</vt:lpstr>
      <vt:lpstr>The CSS flex-wrap Property-wrap-reverse</vt:lpstr>
      <vt:lpstr>wrapReverse.html</vt:lpstr>
      <vt:lpstr>output</vt:lpstr>
      <vt:lpstr>The CSS flex-flow Property</vt:lpstr>
      <vt:lpstr>flexflow.html</vt:lpstr>
      <vt:lpstr>output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itlab1a</cp:lastModifiedBy>
  <cp:revision>239</cp:revision>
  <dcterms:created xsi:type="dcterms:W3CDTF">2025-01-04T04:42:14Z</dcterms:created>
  <dcterms:modified xsi:type="dcterms:W3CDTF">2025-09-01T11:21:45Z</dcterms:modified>
</cp:coreProperties>
</file>